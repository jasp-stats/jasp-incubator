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1888520" y="12862323"/>
            <a:ext cx="594463" cy="59751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1888520" y="12862323"/>
            <a:ext cx="594463" cy="59751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888520" y="12858089"/>
            <a:ext cx="594463" cy="59751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3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julian.wuth@student.uva.nl" TargetMode="Externa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docs.google.com/spreadsheets/d/1bjyAo8krge39u-pSEVm-ruDCUvhZtvPgNj8nc692t8I/edit?usp=sharing" TargetMode="External"/><Relationship Id="rId3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appygitwithr.com/rstudio-see-git#rstudio-see-git" TargetMode="External"/><Relationship Id="rId3" Type="http://schemas.openxmlformats.org/officeDocument/2006/relationships/hyperlink" Target="https://posit.co/download/rstudio-desktop/" TargetMode="External"/><Relationship Id="rId4" Type="http://schemas.openxmlformats.org/officeDocument/2006/relationships/hyperlink" Target="https://github.com/jasp-stats/jasp-incubator/blob/main/docs/slides/Student_Dev_Session_20251203.pdf" TargetMode="External"/><Relationship Id="rId5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tatic.jasp-stats.org/Nightlies/" TargetMode="External"/><Relationship Id="rId3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jasp-stats/jaspModuleTemplate" TargetMode="External"/><Relationship Id="rId3" Type="http://schemas.openxmlformats.org/officeDocument/2006/relationships/hyperlink" Target="https://github.com/jasp-stats/jasp-incubator/blob/main/docs/slides/Student_Dev_Session_20251203.pdf" TargetMode="External"/><Relationship Id="rId4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07.01.2026…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numCol="2" spcCol="1098550"/>
          <a:lstStyle/>
          <a:p>
            <a:pPr/>
            <a:r>
              <a:t>07.01.2026</a:t>
            </a:r>
          </a:p>
          <a:p>
            <a:pPr lvl="8" marL="0" indent="3657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pPr>
            <a:r>
              <a:rPr u="sng">
                <a:hlinkClick r:id="rId2" invalidUrl="" action="" tgtFrame="" tooltip="" history="1" highlightClick="0" endSnd="0"/>
              </a:rPr>
              <a:t>julian.wuth@student.uva.nl</a:t>
            </a:r>
          </a:p>
        </p:txBody>
      </p:sp>
      <p:sp>
        <p:nvSpPr>
          <p:cNvPr id="172" name="HAPPY NEW YEAR!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HAPPY NEW YEAR!</a:t>
            </a:r>
          </a:p>
        </p:txBody>
      </p:sp>
      <p:sp>
        <p:nvSpPr>
          <p:cNvPr id="173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74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177" name="Name for the group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Name for the group</a:t>
            </a:r>
          </a:p>
          <a:p>
            <a:pPr marL="889000" indent="-889000">
              <a:buSzPct val="100000"/>
              <a:buAutoNum type="arabicPeriod" startAt="1"/>
            </a:pPr>
            <a:r>
              <a:t>Installing your own module and using it in JASP</a:t>
            </a:r>
          </a:p>
        </p:txBody>
      </p:sp>
      <p:sp>
        <p:nvSpPr>
          <p:cNvPr id="178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79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182" name="Name for the group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</a:pPr>
            <a:r>
              <a:t>Name for the group</a:t>
            </a:r>
          </a:p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Installing your own module and viewing it in JASP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4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Yesterday is sent a link to a google sheet in to the Mattermost channe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Yesterday is sent a </a:t>
            </a:r>
            <a:r>
              <a:rPr u="sng">
                <a:hlinkClick r:id="rId2" invalidUrl="" action="" tgtFrame="" tooltip="" history="1" highlightClick="0" endSnd="0"/>
              </a:rPr>
              <a:t>link to a google sheet</a:t>
            </a:r>
            <a:r>
              <a:t> in to the Mattermost channel</a:t>
            </a:r>
          </a:p>
          <a:p>
            <a:pPr/>
            <a:r>
              <a:t>Make sure to add any suggestions for group names there!</a:t>
            </a:r>
          </a:p>
          <a:p>
            <a:pPr/>
            <a:r>
              <a:t>We’ll have a poll later</a:t>
            </a:r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8" name="Name for the group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Name for the group</a:t>
            </a:r>
          </a:p>
        </p:txBody>
      </p:sp>
      <p:pic>
        <p:nvPicPr>
          <p:cNvPr id="189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8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ont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192" name="Name for the group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9000" indent="-889000">
              <a:buSzPct val="100000"/>
              <a:buAutoNum type="arabicPeriod" startAt="1"/>
              <a:defRPr>
                <a:solidFill>
                  <a:srgbClr val="000000">
                    <a:alpha val="25097"/>
                  </a:srgbClr>
                </a:solidFill>
              </a:defRPr>
            </a:pPr>
            <a:r>
              <a:t>Name for the group</a:t>
            </a:r>
          </a:p>
          <a:p>
            <a:pPr marL="889000" indent="-889000">
              <a:buSzPct val="100000"/>
              <a:buAutoNum type="arabicPeriod" startAt="1"/>
            </a:pPr>
            <a:r>
              <a:t>Installing your own module and viewing it in JASP</a:t>
            </a:r>
          </a:p>
        </p:txBody>
      </p:sp>
      <p:sp>
        <p:nvSpPr>
          <p:cNvPr id="193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94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Live-Walkthroug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197" name="Installing &amp; viewing a module"/>
          <p:cNvSpPr txBox="1"/>
          <p:nvPr>
            <p:ph type="body" idx="21"/>
          </p:nvPr>
        </p:nvSpPr>
        <p:spPr>
          <a:xfrm>
            <a:off x="1206500" y="24872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Installing &amp; viewing a module</a:t>
            </a:r>
          </a:p>
        </p:txBody>
      </p:sp>
      <p:sp>
        <p:nvSpPr>
          <p:cNvPr id="198" name="Prerequisites:…"/>
          <p:cNvSpPr txBox="1"/>
          <p:nvPr>
            <p:ph type="body" sz="half" idx="1"/>
          </p:nvPr>
        </p:nvSpPr>
        <p:spPr>
          <a:xfrm>
            <a:off x="1206500" y="4248504"/>
            <a:ext cx="9333242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u="sng"/>
            </a:pPr>
            <a:r>
              <a:t>Prerequisites:</a:t>
            </a:r>
          </a:p>
          <a:p>
            <a:pPr/>
            <a:r>
              <a:t>Have </a:t>
            </a:r>
            <a:r>
              <a:rPr u="sng">
                <a:hlinkClick r:id="rId2" invalidUrl="" action="" tgtFrame="" tooltip="" history="1" highlightClick="0" endSnd="0"/>
              </a:rPr>
              <a:t>Git</a:t>
            </a:r>
            <a:r>
              <a:t> and </a:t>
            </a:r>
            <a:r>
              <a:rPr u="sng">
                <a:hlinkClick r:id="rId3" invalidUrl="" action="" tgtFrame="" tooltip="" history="1" highlightClick="0" endSnd="0"/>
              </a:rPr>
              <a:t>RStudio</a:t>
            </a:r>
            <a:r>
              <a:t> installed</a:t>
            </a:r>
          </a:p>
          <a:p>
            <a:pPr/>
            <a:r>
              <a:t>GitHub Account</a:t>
            </a:r>
          </a:p>
          <a:p>
            <a:pPr/>
            <a:r>
              <a:t>Knowing how to </a:t>
            </a:r>
            <a:r>
              <a:rPr u="sng">
                <a:hlinkClick r:id="rId4" invalidUrl="" action="" tgtFrame="" tooltip="" history="1" highlightClick="0" endSnd="0"/>
              </a:rPr>
              <a:t>clone a repo</a:t>
            </a:r>
          </a:p>
        </p:txBody>
      </p:sp>
      <p:sp>
        <p:nvSpPr>
          <p:cNvPr id="199" name="You’ll learn how to…:…"/>
          <p:cNvSpPr txBox="1"/>
          <p:nvPr/>
        </p:nvSpPr>
        <p:spPr>
          <a:xfrm>
            <a:off x="13790293" y="4248504"/>
            <a:ext cx="9719998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defRPr u="sng"/>
            </a:pPr>
            <a:r>
              <a:t>You’ll learn how to…:</a:t>
            </a:r>
          </a:p>
          <a:p>
            <a:pPr marL="609600" indent="-609600">
              <a:buSzPct val="123000"/>
              <a:buChar char="•"/>
            </a:pPr>
            <a:r>
              <a:t>Install a JASP nightly build</a:t>
            </a:r>
          </a:p>
          <a:p>
            <a:pPr marL="609600" indent="-609600">
              <a:buSzPct val="123000"/>
              <a:buChar char="•"/>
            </a:pPr>
            <a:r>
              <a:t>Fork a repo</a:t>
            </a:r>
          </a:p>
          <a:p>
            <a:pPr marL="609600" indent="-609600">
              <a:buSzPct val="123000"/>
              <a:buChar char="•"/>
            </a:pPr>
            <a:r>
              <a:t>Install and use a JASP module</a:t>
            </a:r>
          </a:p>
        </p:txBody>
      </p:sp>
      <p:sp>
        <p:nvSpPr>
          <p:cNvPr id="200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1" name="JASP logo.svg" descr="JASP logo.svg"/>
          <p:cNvPicPr>
            <a:picLocks noChangeAspect="0"/>
          </p:cNvPicPr>
          <p:nvPr/>
        </p:nvPicPr>
        <p:blipFill>
          <a:blip r:embed="rId5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8" grpId="1"/>
      <p:bldP build="p" bldLvl="5" animBg="1" rev="0" advAuto="0" spid="199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Visit https://static.jasp-stats.org/Nightlies/ and download the latest nightly for your 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Visit </a:t>
            </a:r>
            <a:r>
              <a:rPr u="sng">
                <a:hlinkClick r:id="rId2" invalidUrl="" action="" tgtFrame="" tooltip="" history="1" highlightClick="0" endSnd="0"/>
              </a:rPr>
              <a:t>https://static.jasp-stats.org/Nightlies/</a:t>
            </a:r>
            <a:r>
              <a:t> and download the latest nightly for your OS</a:t>
            </a:r>
          </a:p>
          <a:p>
            <a:pPr/>
            <a:r>
              <a:t>Install the nightly</a:t>
            </a:r>
          </a:p>
          <a:p>
            <a:pPr/>
            <a:r>
              <a:t>We’ll use the nightly version later!</a:t>
            </a:r>
          </a:p>
        </p:txBody>
      </p:sp>
      <p:sp>
        <p:nvSpPr>
          <p:cNvPr id="204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5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06" name="Download a JASP nightly build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Download a JASP nightly build</a:t>
            </a:r>
          </a:p>
        </p:txBody>
      </p:sp>
      <p:pic>
        <p:nvPicPr>
          <p:cNvPr id="207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Visit the repo you would like to fork on GitHub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Visit the repo you would like to fork on GitHub</a:t>
            </a:r>
          </a:p>
          <a:p>
            <a:pPr lvl="1"/>
            <a:r>
              <a:t>This walkthrough is based on the JASP </a:t>
            </a:r>
            <a:r>
              <a:rPr u="sng">
                <a:hlinkClick r:id="rId2" invalidUrl="" action="" tgtFrame="" tooltip="" history="1" highlightClick="0" endSnd="0"/>
              </a:rPr>
              <a:t>module template</a:t>
            </a:r>
          </a:p>
          <a:p>
            <a:pPr/>
            <a:r>
              <a:t>Click </a:t>
            </a:r>
            <a:r>
              <a:rPr i="1"/>
              <a:t>Fork —&gt; Create fork</a:t>
            </a:r>
            <a:endParaRPr i="1"/>
          </a:p>
          <a:p>
            <a:pPr/>
            <a:r>
              <a:t>Now you can clone the forked repo to your local device &amp; start working on it</a:t>
            </a:r>
          </a:p>
          <a:p>
            <a:pPr lvl="1"/>
            <a:r>
              <a:t>If you don’t remember how to clone a repo, look at the </a:t>
            </a:r>
            <a:r>
              <a:rPr u="sng">
                <a:hlinkClick r:id="rId3" invalidUrl="" action="" tgtFrame="" tooltip="" history="1" highlightClick="0" endSnd="0"/>
              </a:rPr>
              <a:t>slides</a:t>
            </a:r>
            <a:r>
              <a:t> from last time!</a:t>
            </a:r>
          </a:p>
        </p:txBody>
      </p:sp>
      <p:sp>
        <p:nvSpPr>
          <p:cNvPr id="210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1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12" name="Fork a repo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Fork a repo</a:t>
            </a:r>
          </a:p>
        </p:txBody>
      </p:sp>
      <p:pic>
        <p:nvPicPr>
          <p:cNvPr id="213" name="JASP logo.svg" descr="JASP logo.svg"/>
          <p:cNvPicPr>
            <a:picLocks noChangeAspect="0"/>
          </p:cNvPicPr>
          <p:nvPr/>
        </p:nvPicPr>
        <p:blipFill>
          <a:blip r:embed="rId4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Open the R project in your local module template folder (the one you just cloned)…"/>
          <p:cNvSpPr txBox="1"/>
          <p:nvPr>
            <p:ph type="body" idx="1"/>
          </p:nvPr>
        </p:nvSpPr>
        <p:spPr>
          <a:xfrm>
            <a:off x="1341633" y="4248504"/>
            <a:ext cx="21971001" cy="8256012"/>
          </a:xfrm>
          <a:prstGeom prst="rect">
            <a:avLst/>
          </a:prstGeom>
        </p:spPr>
        <p:txBody>
          <a:bodyPr numCol="1" spcCol="38100"/>
          <a:lstStyle/>
          <a:p>
            <a:pPr marL="585215" indent="-585215" defTabSz="2340805">
              <a:spcBef>
                <a:spcPts val="4300"/>
              </a:spcBef>
              <a:defRPr sz="4608"/>
            </a:pPr>
            <a:r>
              <a:t>Open the R project in your local module template folder (the one you just cloned)</a:t>
            </a:r>
          </a:p>
          <a:p>
            <a:pPr marL="585215" indent="-585215" defTabSz="2340805">
              <a:spcBef>
                <a:spcPts val="4300"/>
              </a:spcBef>
              <a:defRPr sz="4608"/>
            </a:pPr>
            <a:r>
              <a:t>In R, run:</a:t>
            </a:r>
          </a:p>
          <a:p>
            <a:pPr lvl="1" marL="1706879" indent="-853439" defTabSz="2340805">
              <a:spcBef>
                <a:spcPts val="4300"/>
              </a:spcBef>
              <a:buSzPct val="100000"/>
              <a:buAutoNum type="arabicPeriod" startAt="1"/>
              <a:defRPr sz="4608">
                <a:latin typeface="Fira Code Regular"/>
                <a:ea typeface="Fira Code Regular"/>
                <a:cs typeface="Fira Code Regular"/>
                <a:sym typeface="Fira Code Regular"/>
              </a:defRPr>
            </a:pPr>
            <a:r>
              <a:t>renv::activate() </a:t>
            </a:r>
          </a:p>
          <a:p>
            <a:pPr lvl="1" marL="1706879" indent="-853439" defTabSz="2340805">
              <a:spcBef>
                <a:spcPts val="4300"/>
              </a:spcBef>
              <a:buSzPct val="100000"/>
              <a:buAutoNum type="arabicPeriod" startAt="1"/>
              <a:defRPr sz="4608">
                <a:latin typeface="Fira Code Regular"/>
                <a:ea typeface="Fira Code Regular"/>
                <a:cs typeface="Fira Code Regular"/>
                <a:sym typeface="Fira Code Regular"/>
              </a:defRPr>
            </a:pPr>
            <a:r>
              <a:t>renv::install(“.”)</a:t>
            </a:r>
          </a:p>
          <a:p>
            <a:pPr lvl="2" marL="1755647" indent="-585215" defTabSz="2340805">
              <a:spcBef>
                <a:spcPts val="4300"/>
              </a:spcBef>
              <a:defRPr sz="4608"/>
            </a:pPr>
            <a:r>
              <a:t>If asked if you want to proceed with installing packages press </a:t>
            </a:r>
            <a:r>
              <a:rPr i="1"/>
              <a:t>ENTER</a:t>
            </a:r>
          </a:p>
          <a:p>
            <a:pPr marL="585215" indent="-585215" defTabSz="2340805">
              <a:spcBef>
                <a:spcPts val="4300"/>
              </a:spcBef>
              <a:defRPr sz="4608"/>
            </a:pPr>
            <a:r>
              <a:t>This activates the environment associated with the R code in the folder (1) and installs the R package (or JASP module in this case) that lives in the folder with all its dependencies (2) </a:t>
            </a:r>
          </a:p>
        </p:txBody>
      </p:sp>
      <p:sp>
        <p:nvSpPr>
          <p:cNvPr id="216" name="Slide Number"/>
          <p:cNvSpPr txBox="1"/>
          <p:nvPr>
            <p:ph type="sldNum" sz="quarter" idx="2"/>
          </p:nvPr>
        </p:nvSpPr>
        <p:spPr>
          <a:xfrm>
            <a:off x="12008561" y="12858089"/>
            <a:ext cx="354381" cy="5975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7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18" name="Install &amp; use JASP module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Install &amp; use JASP module</a:t>
            </a:r>
          </a:p>
        </p:txBody>
      </p:sp>
      <p:pic>
        <p:nvPicPr>
          <p:cNvPr id="219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un .libPaths() to find the path where the module was installed…"/>
          <p:cNvSpPr txBox="1"/>
          <p:nvPr>
            <p:ph type="body" idx="1"/>
          </p:nvPr>
        </p:nvSpPr>
        <p:spPr>
          <a:xfrm>
            <a:off x="1341633" y="4248504"/>
            <a:ext cx="21971001" cy="825601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Run </a:t>
            </a:r>
            <a:r>
              <a:rPr>
                <a:latin typeface="Fira Code Regular"/>
                <a:ea typeface="Fira Code Regular"/>
                <a:cs typeface="Fira Code Regular"/>
                <a:sym typeface="Fira Code Regular"/>
              </a:rPr>
              <a:t>.libPaths()</a:t>
            </a:r>
            <a:r>
              <a:t> to find the path where the module was installed</a:t>
            </a:r>
          </a:p>
          <a:p>
            <a:pPr lvl="1"/>
            <a:r>
              <a:t>If there are multiple paths listed, choose the first one</a:t>
            </a:r>
          </a:p>
          <a:p>
            <a:pPr/>
            <a:r>
              <a:t>Copy the path (without the quotes around it)</a:t>
            </a:r>
          </a:p>
          <a:p>
            <a:pPr/>
            <a:r>
              <a:t>Open your JASP nightly</a:t>
            </a:r>
          </a:p>
          <a:p>
            <a:pPr/>
            <a:r>
              <a:t>Open the menu at the top-left —&gt; </a:t>
            </a:r>
            <a:r>
              <a:rPr i="1"/>
              <a:t>Preferences —&gt; Advanced</a:t>
            </a:r>
            <a:endParaRPr i="1"/>
          </a:p>
          <a:p>
            <a:pPr/>
            <a:r>
              <a:t>Make sure that </a:t>
            </a:r>
            <a:r>
              <a:rPr i="1"/>
              <a:t>Developer mode </a:t>
            </a:r>
            <a:r>
              <a:t>is checked</a:t>
            </a: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3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24" name="Install &amp; use JASP module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Install &amp; use JASP module</a:t>
            </a:r>
          </a:p>
        </p:txBody>
      </p:sp>
      <p:pic>
        <p:nvPicPr>
          <p:cNvPr id="225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aste the path into the box labelled Project library…"/>
          <p:cNvSpPr txBox="1"/>
          <p:nvPr>
            <p:ph type="body" idx="1"/>
          </p:nvPr>
        </p:nvSpPr>
        <p:spPr>
          <a:xfrm>
            <a:off x="1341633" y="4248504"/>
            <a:ext cx="21971001" cy="825601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Paste the path into the box labelled </a:t>
            </a:r>
            <a:r>
              <a:rPr i="1"/>
              <a:t>Project library</a:t>
            </a:r>
            <a:endParaRPr i="1"/>
          </a:p>
          <a:p>
            <a:pPr lvl="1"/>
            <a:r>
              <a:t>Press </a:t>
            </a:r>
            <a:r>
              <a:rPr i="1"/>
              <a:t>ENTER </a:t>
            </a:r>
            <a:r>
              <a:t>to confirm changes</a:t>
            </a:r>
            <a:endParaRPr i="1"/>
          </a:p>
          <a:p>
            <a:pPr/>
            <a:r>
              <a:t>The path contains a module name (e.g., jaspModuleTemplate)</a:t>
            </a:r>
          </a:p>
          <a:p>
            <a:pPr lvl="1"/>
            <a:r>
              <a:t>Paste this name into the box labelled </a:t>
            </a:r>
            <a:r>
              <a:rPr i="1"/>
              <a:t>Module name</a:t>
            </a:r>
            <a:endParaRPr i="1"/>
          </a:p>
          <a:p>
            <a:pPr lvl="1"/>
            <a:r>
              <a:t>Press </a:t>
            </a:r>
            <a:r>
              <a:rPr i="1"/>
              <a:t>ENTER </a:t>
            </a:r>
            <a:r>
              <a:t>to confirm changes</a:t>
            </a:r>
            <a:endParaRPr i="1"/>
          </a:p>
          <a:p>
            <a:pPr/>
            <a:r>
              <a:t>Click on the blue plus on the top right —&gt; </a:t>
            </a:r>
            <a:r>
              <a:rPr i="1"/>
              <a:t>Install Developer Module</a:t>
            </a:r>
            <a:endParaRPr i="1"/>
          </a:p>
          <a:p>
            <a:pPr/>
            <a:r>
              <a:t>Your developer module should now be visible in the bar at the top!</a:t>
            </a:r>
            <a:r>
              <a:rPr i="1"/>
              <a:t> </a:t>
            </a:r>
          </a:p>
        </p:txBody>
      </p:sp>
      <p:sp>
        <p:nvSpPr>
          <p:cNvPr id="2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9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30" name="Install &amp; use JASP module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Install &amp; use JASP module</a:t>
            </a:r>
          </a:p>
        </p:txBody>
      </p:sp>
      <p:pic>
        <p:nvPicPr>
          <p:cNvPr id="231" name="JASP logo.svg" descr="JASP logo.svg"/>
          <p:cNvPicPr>
            <a:picLocks noChangeAspect="0"/>
          </p:cNvPicPr>
          <p:nvPr/>
        </p:nvPicPr>
        <p:blipFill>
          <a:blip r:embed="rId2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After applying changes to your module don’t forget to…:…"/>
          <p:cNvSpPr txBox="1"/>
          <p:nvPr>
            <p:ph type="body" idx="1"/>
          </p:nvPr>
        </p:nvSpPr>
        <p:spPr>
          <a:xfrm>
            <a:off x="1341633" y="4248504"/>
            <a:ext cx="21971001" cy="8256012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After applying changes to your module don’t forget to…:</a:t>
            </a:r>
          </a:p>
          <a:p>
            <a:pPr lvl="1"/>
            <a:r>
              <a:t>… save the changes</a:t>
            </a:r>
          </a:p>
          <a:p>
            <a:pPr lvl="1"/>
            <a:r>
              <a:t>… install the module again</a:t>
            </a:r>
          </a:p>
          <a:p>
            <a:pPr/>
            <a:r>
              <a:t>You can click the blue plus and the </a:t>
            </a:r>
            <a:r>
              <a:t> button next to your module to load the updated version in JASP</a:t>
            </a:r>
          </a:p>
        </p:txBody>
      </p:sp>
      <p:pic>
        <p:nvPicPr>
          <p:cNvPr id="23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1633" y="4248504"/>
            <a:ext cx="725548" cy="597511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6" name="Live-Walkthrough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Live-Walkthrough</a:t>
            </a:r>
          </a:p>
        </p:txBody>
      </p:sp>
      <p:sp>
        <p:nvSpPr>
          <p:cNvPr id="237" name="Some final notes"/>
          <p:cNvSpPr txBox="1"/>
          <p:nvPr/>
        </p:nvSpPr>
        <p:spPr>
          <a:xfrm>
            <a:off x="1206500" y="24872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Some final notes</a:t>
            </a:r>
          </a:p>
        </p:txBody>
      </p:sp>
      <p:pic>
        <p:nvPicPr>
          <p:cNvPr id="238" name="JASP logo.svg" descr="JASP logo.svg"/>
          <p:cNvPicPr>
            <a:picLocks noChangeAspect="0"/>
          </p:cNvPicPr>
          <p:nvPr/>
        </p:nvPicPr>
        <p:blipFill>
          <a:blip r:embed="rId3">
            <a:extLst/>
          </a:blip>
          <a:srcRect l="0" t="0" r="75877" b="0"/>
          <a:stretch>
            <a:fillRect/>
          </a:stretch>
        </p:blipFill>
        <p:spPr>
          <a:xfrm>
            <a:off x="21605875" y="640304"/>
            <a:ext cx="1815395" cy="1731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You have installed your own JASP module!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have installed your own JASP module!</a:t>
            </a:r>
          </a:p>
        </p:txBody>
      </p:sp>
      <p:sp>
        <p:nvSpPr>
          <p:cNvPr id="2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